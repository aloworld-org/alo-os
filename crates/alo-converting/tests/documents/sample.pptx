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B93EF1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8CCB83-AFDD-3B8A-2F19-871F70C563AC}" name="Disan Ssebowa" initials="DS" userId="S::Disan.Ssebowa@axongroup.com::fc462819-25d1-422f-90cb-71a8ec5563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6B93EF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7F2769-1DB1-40A0-B0FC-0B8323EEB343}" authorId="{198CCB83-AFDD-3B8A-2F19-871F70C563AC}" created="2026-09-16T07:40:18.3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04857113" sldId="256"/>
      <ac:spMk id="2" creationId="{D071BC1B-CE98-7557-AE30-6EA5845AF419}"/>
    </ac:deMkLst>
    <p188:txBody>
      <a:bodyPr/>
      <a:lstStyle/>
      <a:p>
        <a:r>
          <a:rPr lang="en-US"/>
          <a:t>testing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CCCF-D70F-2502-66C8-9DA72E6C5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CE13B-DACE-BDE6-1FFA-363E1440B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548B1-48AB-3256-9EF4-B4C2DA67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3976-D329-684A-D570-5520BE08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812E4-46DE-98F0-7F6D-768BDE4A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4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7F0F-4CED-2730-E3DC-9BF3BE0F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8DA9-C95E-B479-A6D2-916DCA77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9FFB-EF6A-935E-B6D6-B49139ED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1196A-605F-CF7B-2EF4-54C033C0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962D-23F8-E977-0C53-0A911D97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3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4DDD-B046-314C-EA54-285C060F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09C72-5F64-3053-2AA8-A4D2D4D24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DA3E-3EEB-C169-D71E-98AFC7A3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E8D4C-A32E-3268-EFBA-78465F99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621AB-A1DC-BFD9-38D0-29FA547E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0F32-1268-58F7-D653-BF984F7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1DDA2-C625-DA8A-79BF-5BB6D7372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F3A94-31BC-4765-4992-3B790D3ED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9F07C-ADD6-E51B-7BF8-FD64EA0D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00FA6-07D4-F155-9257-833A05BF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268A0-DE32-9B4A-C829-F4A770C5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5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B043-2D4E-7B72-8967-712282AB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EA5B-4141-0DA4-9058-538BC7F5D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501D4-0692-64CA-54BD-C6E53C2AC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2DDF9-9A51-701C-F025-8E363EF75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85D23-AAFC-C7B3-8B47-EE1FD9E7A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677A2-26C3-540C-3941-B7169B8E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FD38E-3F7F-CAC8-DF82-B7C623FE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D0AB1-384F-CD5B-4B88-910C865B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3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0A0F-6D9C-4FFE-B482-6D362997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FBBF0-F6A6-FE94-85C8-5A8C493D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D2AF1-EAC0-0186-D59F-7833376F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EA7A5-080F-33BE-4287-36E735D6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1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A50B3-AEEF-1240-D4B4-4D3C0EFB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A96B5-3289-7DD8-AB03-B5BE13033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8C646-4101-C65C-3D04-F4F8E469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9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5BD7-0131-58CB-A8F2-2EBB200BC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20547-B44C-220E-0903-06676DD75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5AF20-D83C-C92A-42E2-57E40140F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D416B-FF4F-0AFC-FD58-0C8C0682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DE2E4-A934-849A-BCD6-1C5336E6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66F43-053D-915F-B365-8A981F3D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5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9808-2660-E144-F339-5D28BD96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37CEA-4380-550C-2272-A3CB7CB43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B9789-78B3-E71F-321A-A6270638A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ACF32-0F93-D04E-1023-072C01FD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E3F49-1DAF-6E1E-9760-9E3B5297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3A699-B0D6-CB73-6825-D4283581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9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6810-B757-08FC-BC99-ED866B42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BEED6-18E4-F9F2-A71C-7E0250870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56164-E8B8-29DB-CC5A-0B86A46E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91D9D-7064-7369-CF0C-56DB2F7E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D78E-3F09-0D81-1758-C4EAC59E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2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598C9-E93A-8319-D491-83EA797E2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589A7-AA43-A538-F948-101AB1756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4FA75-1EB5-7B01-C451-2879B453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2A002-5732-0FC6-4192-4A5BE9DD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B579-A26C-A3B2-6343-B499328D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3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4F5F5-E931-4251-7CC5-B229BD4D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9AE4-2E27-2739-38C6-0565183E2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FE3E3-93E5-D0BD-EDD2-551193A05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8D88A-252B-44DE-9444-FB8C2BFBACC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8B0CC-D5F0-A733-F96B-085E7075F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B852F-BF57-98F9-A3EF-F27C556FC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1DB70-1F15-42FE-8688-8C91C234E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B93EF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BC1B-CE98-7557-AE30-6EA5845AF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We are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D6AC6-1235-BFA7-440F-2964C7C894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Lets do some testing</a:t>
            </a:r>
          </a:p>
        </p:txBody>
      </p:sp>
    </p:spTree>
    <p:extLst>
      <p:ext uri="{BB962C8B-B14F-4D97-AF65-F5344CB8AC3E}">
        <p14:creationId xmlns:p14="http://schemas.microsoft.com/office/powerpoint/2010/main" val="18048571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Office Theme</vt:lpstr>
      <vt:lpstr>We are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Disan Ssebowa</dc:creator>
  <cp:lastModifiedBy>Disan Ssebowa</cp:lastModifiedBy>
  <cp:revision>2</cp:revision>
  <dcterms:created xsi:type="dcterms:W3CDTF">2026-09-16T07:29:07Z</dcterms:created>
  <dcterms:modified xsi:type="dcterms:W3CDTF">2026-09-16T07:41:13Z</dcterms:modified>
</cp:coreProperties>
</file>